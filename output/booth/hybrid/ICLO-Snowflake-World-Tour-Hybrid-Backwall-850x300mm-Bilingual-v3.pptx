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e8b5a4cfcc4a28" /><Relationship Type="http://schemas.openxmlformats.org/officeDocument/2006/relationships/extended-properties" Target="/docProps/app.xml" Id="Rff8691fa5cfa4644" /><Relationship Type="http://schemas.openxmlformats.org/officeDocument/2006/relationships/officeDocument" Target="/ppt/presentation.xml" Id="Ra2de85dd84ef41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3039c0255e4657"/>
  </p:sldMasterIdLst>
  <p:notesMasterIdLst>
    <p:notesMasterId xmlns:r="http://schemas.openxmlformats.org/officeDocument/2006/relationships" r:id="Rcb26727ae4504148"/>
  </p:notesMasterIdLst>
  <p:sldIdLst>
    <p:sldId xmlns:r="http://schemas.openxmlformats.org/officeDocument/2006/relationships" id="256" r:id="Rfefa7b3245924e8d"/>
  </p:sldIdLst>
  <p:sldSz cx="30603825" cy="10801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cd38fd87e646c4" /><Relationship Type="http://schemas.openxmlformats.org/officeDocument/2006/relationships/slideMaster" Target="/ppt/slideMasters/slideMaster1.xml" Id="Rad3039c0255e4657" /><Relationship Type="http://schemas.openxmlformats.org/officeDocument/2006/relationships/notesMaster" Target="/ppt/notesMasters/notesMaster1.xml" Id="Rcb26727ae4504148" /><Relationship Type="http://schemas.openxmlformats.org/officeDocument/2006/relationships/presProps" Target="/ppt/presProps.xml" Id="Rd6b5c16ac0334595" /><Relationship Type="http://schemas.openxmlformats.org/officeDocument/2006/relationships/tableStyles" Target="/ppt/tableStyles.xml" Id="R4cafb5f0f6f7448e" /><Relationship Type="http://schemas.openxmlformats.org/officeDocument/2006/relationships/slide" Target="/ppt/slides/slide1.xml" Id="Rfefa7b3245924e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548bcb762848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58be727f943aa" /><Relationship Type="http://schemas.openxmlformats.org/officeDocument/2006/relationships/notesMaster" Target="/ppt/notesMasters/notesMaster1.xml" Id="R6d1dca57b9fb4e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e29ba2a1d41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c26c69b1334baf" /><Relationship Type="http://schemas.openxmlformats.org/officeDocument/2006/relationships/slideLayout" Target="/ppt/slideLayouts/slideLayout1.xml" Id="Rc2b22a45522d49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b22a45522d49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01503613a4486" /><Relationship Type="http://schemas.openxmlformats.org/officeDocument/2006/relationships/image" Target="/ppt/media/image.png" Id="Re2f263871f654363" /><Relationship Type="http://schemas.openxmlformats.org/officeDocument/2006/relationships/image" Target="/ppt/media/image2.png" Id="Ra73525224ef74234" /><Relationship Type="http://schemas.openxmlformats.org/officeDocument/2006/relationships/image" Target="/ppt/media/image3.png" Id="R73919506932b4e60" /><Relationship Type="http://schemas.openxmlformats.org/officeDocument/2006/relationships/notesSlide" Target="/ppt/notesSlides/notesSlide1.xml" Id="R1682a1959d2842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263871f654363"/>
          <a:srcRect xmlns:a="http://schemas.openxmlformats.org/drawingml/2006/main" l="12414" t="0" r="124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6192500" y="9525"/>
            <a:ext cx="14401800" cy="10782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F1557-7EBB-4B7C-A658-08DC9266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954625" cy="1080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50B12-1D89-4451-9C41-6C0F5789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80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525224ef74234"/>
          <a:stretch xmlns:a="http://schemas.openxmlformats.org/drawingml/2006/main"/>
        </p:blipFill>
        <p:spPr>
          <a:xfrm xmlns:a="http://schemas.openxmlformats.org/drawingml/2006/main">
            <a:off x="1333500" y="935804"/>
            <a:ext cx="2857500" cy="104304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299AE-4FF5-4ABB-9C44-36E239AB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7524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19506932b4e60"/>
          <a:stretch xmlns:a="http://schemas.openxmlformats.org/drawingml/2006/main"/>
        </p:blipFill>
        <p:spPr>
          <a:xfrm xmlns:a="http://schemas.openxmlformats.org/drawingml/2006/main">
            <a:off x="4572000" y="457612"/>
            <a:ext cx="4095750" cy="23050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2F377-120B-4C71-BE2B-5BD4C9D3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1524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47E84"/>
                </a:solidFill>
              </a:defRPr>
            </a:pPr>
            <a:r>
              <a:rPr sz="2100" b="1" i="0">
                <a:solidFill>
                  <a:srgbClr val="147E84"/>
                </a:solidFill>
              </a:rPr>
              <a:t>PROPOSED DATA COLLABORATION / 미국 치아보험 이용 접근성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2F950-68DB-424E-9C6D-C83D3391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52400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675" b="1" i="0">
                <a:solidFill>
                  <a:srgbClr val="12243A"/>
                </a:solidFill>
              </a:defRPr>
            </a:pPr>
            <a:r>
              <a:rPr sz="6675" b="1" i="0">
                <a:solidFill>
                  <a:srgbClr val="12243A"/>
                </a:solidFill>
              </a:rPr>
              <a:t>EMPLOYEE DENTAL BENEFITS.</a:t>
            </a:r>
          </a:p>
          <a:p xmlns:a="http://schemas.openxmlformats.org/drawingml/2006/main">
            <a:pPr algn="l">
              <a:buNone/>
              <a:defRPr sz="6675" b="1" i="0">
                <a:solidFill>
                  <a:srgbClr val="12243A"/>
                </a:solidFill>
              </a:defRPr>
            </a:pPr>
            <a:r>
              <a:rPr sz="6675" b="1" i="0">
                <a:solidFill>
                  <a:srgbClr val="12243A"/>
                </a:solidFill>
              </a:rPr>
              <a:t>CLAIMS-VERIFIED EVIDENCE</a:t>
            </a:r>
          </a:p>
          <a:p xmlns:a="http://schemas.openxmlformats.org/drawingml/2006/main">
            <a:pPr algn="l">
              <a:buNone/>
              <a:defRPr sz="6675" b="1" i="0">
                <a:solidFill>
                  <a:srgbClr val="12243A"/>
                </a:solidFill>
              </a:defRPr>
            </a:pPr>
            <a:r>
              <a:rPr sz="6675" b="1" i="0">
                <a:solidFill>
                  <a:srgbClr val="12243A"/>
                </a:solidFill>
              </a:rPr>
              <a:t>ON SNOWFLAKE.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5FFF6-1EAA-4588-9363-788B7F69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124700"/>
            <a:ext cx="1428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263A50"/>
                </a:solidFill>
              </a:defRPr>
            </a:pPr>
            <a:r>
              <a:rPr sz="3225" b="1" i="0">
                <a:solidFill>
                  <a:srgbClr val="263A50"/>
                </a:solidFill>
              </a:rPr>
              <a:t>임직원의 치아보험 이용을 돕고, 기업에는</a:t>
            </a:r>
          </a:p>
          <a:p xmlns:a="http://schemas.openxmlformats.org/drawingml/2006/main">
            <a:pPr algn="l">
              <a:buNone/>
              <a:defRPr sz="3225" b="1" i="0">
                <a:solidFill>
                  <a:srgbClr val="263A50"/>
                </a:solidFill>
              </a:defRPr>
            </a:pPr>
            <a:r>
              <a:rPr sz="3225" b="1" i="0">
                <a:solidFill>
                  <a:srgbClr val="263A50"/>
                </a:solidFill>
              </a:rPr>
              <a:t>청구 데이터로 검증한 집계 근거를 제공합니다.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F5DC5-C7E5-4187-AE8B-EBA0C8A7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5058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A2614-083C-4315-A930-C42B992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8392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47E84"/>
                </a:solidFill>
              </a:defRPr>
            </a:pPr>
            <a:r>
              <a:rPr sz="2025" b="1" i="0">
                <a:solidFill>
                  <a:srgbClr val="147E84"/>
                </a:solidFill>
              </a:rPr>
              <a:t>Make dental insurance and employee benefits easier to 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E748D-03D1-4A27-B662-258CA45B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382125"/>
            <a:ext cx="1428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63A50"/>
                </a:solidFill>
              </a:defRPr>
            </a:pPr>
            <a:r>
              <a:rPr sz="1875" b="0" i="0">
                <a:solidFill>
                  <a:srgbClr val="263A50"/>
                </a:solidFill>
              </a:rPr>
              <a:t>임직원 혜택 안내 · Snowflake 기반 치아보험 청구 데이터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91C77-C181-4B79-B41C-7D8729AF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982200"/>
            <a:ext cx="1428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4717C"/>
                </a:solidFill>
              </a:defRPr>
            </a:pPr>
            <a:r>
              <a:rPr sz="1575" b="0" i="0">
                <a:solidFill>
                  <a:srgbClr val="64717C"/>
                </a:solidFill>
              </a:rPr>
              <a:t>ICLO @ Snowflake World Tour Seoul 2026 · EMPLOYEE DENTAL BENEFITS</a:t>
            </a:r>
          </a:p>
        </p:txBody>
      </p:sp>
    </p:spTree>
    <p:extLst>
      <p:ext uri="{BB962C8B-B14F-4D97-AF65-F5344CB8AC3E}">
        <p14:creationId xmlns:p14="http://schemas.microsoft.com/office/powerpoint/2010/main" val="20550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2026-08-05T12:57:40.5700000Z</dcterms:created>
  <dcterms:modified xsi:type="dcterms:W3CDTF">2026-08-05T12:57:40.5700000Z</dcterms:modified>
</coreProperties>
</file>